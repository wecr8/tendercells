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18288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TenderCells™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Automated Animal Care — Chicken Tender™ + Roaming Roost™ + WatchTower AI™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79552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194560"/>
            <a:ext cx="2011680" cy="41148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Chicken Tender™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194560"/>
            <a:ext cx="2011680" cy="41148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Roaming Roost™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2194560"/>
            <a:ext cx="2011680" cy="41148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WatchTower AI™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2194560"/>
            <a:ext cx="2011680" cy="41148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Duck Dock™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83464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077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10M+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Backyard Flocks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283464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9077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 min/day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606040" y="3383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Labor Saved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83464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9077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3383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in Platform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283464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9077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$999–$1,499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29400" y="3383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MSRP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931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 ·  zach@wecr8.info  ·  github.com/WeCr8/TenderCells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10M+ backyard chicken owners in the US — flock ownership up 400% since 2020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owner spends 30+ minutes per day on manual coop tasks: feeding, watering, cleaning, egg collection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Predators kill 25% of backyard flocks annually — no affordable real-time detection exists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Ammonia buildup, disease spread, and temperature extremes go undetected without continuous monitoring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"smart" coops = timer doors only — zero automation, zero AI, zero robotics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multi-species platform — chicken owners often also keep ducks, rabbits, goats, pigeons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493776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010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$1.2B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5486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Size (US)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493776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5010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~2.5M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77440" y="5486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Flock Deaths / Year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93776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5010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hrs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89120" y="5486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Lost / Year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493776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5010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birds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5486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Flock Size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&amp; Technology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9DOF robot arm — 100% coop coverage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AI sensor suite — temp, humidity, ammonia, headcount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WatchTower AI — 3-cam predator detection + LoRa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Roaming Roost — mecanum mobile dome + GPS fence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Mobile dashboard — schedules, routines, egg map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1480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· TypeScript · Expo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965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Auth · Firestore · Cloud Functions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MQTT · Mosquitto · Raspberry Pi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8803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+ TFLite Micro · Edge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3375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NEMA23 + DM542T · Jetson Nano 9DOF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7947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LoRa SX1276 915MHz · 500m mesh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Market, Model &amp;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182880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447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0"/>
            <a:ext cx="182880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4447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$1.2B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0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371600"/>
            <a:ext cx="182880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4447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$24M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06240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 Yr3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447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$1,900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LTV/unit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Streams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297180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Hardware: $999 MSRP · ~45% gross margin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SaaS: TenderCare $19/mo/device · ~80% gross margin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Add-ons: WatchTower AI $299 · Robot arm $399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448056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 manufacturing · 25% software/AI · 20% team · 15% sales/marketing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 100 units shipped by Q2 2027 · 500 waitlist Q3 2026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Contact: zach@wecr8.info · wecr8.info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TenderCells 4-Page Overview</dc:title>
  <dc:subject>PptxGenJS Presentation</dc:subject>
  <dc:creator>WeCr8 Solutions</dc:creator>
  <cp:lastModifiedBy>WeCr8 Solutions</cp:lastModifiedBy>
  <cp:revision>1</cp:revision>
  <dcterms:created xsi:type="dcterms:W3CDTF">2026-06-12T17:24:13Z</dcterms:created>
  <dcterms:modified xsi:type="dcterms:W3CDTF">2026-06-12T17:24:13Z</dcterms:modified>
</cp:coreProperties>
</file>