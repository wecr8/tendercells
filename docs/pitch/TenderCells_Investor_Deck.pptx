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18288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TenderCells™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Automated Animal Care — Robot Arm · Edge AI · Multi-Species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9552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194560"/>
            <a:ext cx="2011680" cy="41148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Chicken Tender™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194560"/>
            <a:ext cx="2011680" cy="41148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Roaming Roost™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2194560"/>
            <a:ext cx="2011680" cy="41148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WatchTower AI™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2194560"/>
            <a:ext cx="2011680" cy="41148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Duck Dock™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83464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077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Backyard Flocks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283464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9077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min/day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606040" y="3383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Labor Saved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83464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9077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3383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in Platform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283464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9077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$999–$1,499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29400" y="3383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MSRP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931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 ·  zach@wecr8.info  ·  github.com/WeCr8/TenderCells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10M+ backyard chicken owners in the US — flock ownership up 400% since 2020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owner spends 30+ minutes per day on manual coop tasks: feeding, watering, cleaning, egg collection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Predators kill 25% of backyard flocks annually — no affordable real-time detection exists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Ammonia buildup, disease spread, and temperature extremes go undetected without continuous monitoring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"smart" coops = timer doors only — zero automation, zero AI, zero robotics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multi-species platform — chicken owners often also keep ducks, rabbits, goats, pigeons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93776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10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$1.2B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5486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Size (US)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493776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5010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~2.5M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77440" y="5486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Flock Deaths / Year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93776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5010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hrs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89120" y="5486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Lost / Year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493776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50109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birds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5486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Flock Size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Chicken Tender™ — the first fully automated backyard coop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9DOF robot arm (XYZ gantry + 6DOF arm) handles egg collection, cleaning, feeding — 100% coop coverage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sensors monitor temp, humidity, ammonia, headcount 24/7 — alerts before disease or heat stress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WatchTower AI™ detects predators via 3-camera vision + LoRa mesh — 500m+ alert radius, no WiFi needed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Roaming Roost™ mobile geodesic dome on mecanum wheels — GPS-fenced grazing, auto-returns on predator alert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TenderCells Cloud™ dashboard — iOS + Android, real-time telemetry, schedules, routines, egg map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Set-and-forget schedules + one-tap routines — no daily manual tasks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5029200"/>
            <a:ext cx="2651760" cy="38404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029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Robot Arm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5029200"/>
            <a:ext cx="2651760" cy="38404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5029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9DOF Motion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5029200"/>
            <a:ext cx="2651760" cy="38404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5029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5532120"/>
            <a:ext cx="2651760" cy="38404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5532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LoRa Mesh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5532120"/>
            <a:ext cx="2651760" cy="38404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5532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5532120"/>
            <a:ext cx="2651760" cy="38404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5532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Multi-Species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Product: Chicken Tender™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2651760" cy="201168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$599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+ nesting + roosting + ventilation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51760" cy="201168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24028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Motorized doors + environmental monitoring + lighting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2011680"/>
          </a:xfrm>
          <a:prstGeom prst="rect">
            <a:avLst/>
          </a:prstGeom>
          <a:solidFill>
            <a:srgbClr val="1A3D2B"/>
          </a:solidFill>
          <a:ln w="25400">
            <a:solidFill>
              <a:srgbClr val="C8B8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$999–$1,499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Robot arm + rail system + WatchTower AI + cloud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520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Sizes: S (3×3×5ft)  ·  M (4×4×6ft)  ·  L (6×6×8ft)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794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Specs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NEMA23 stepper gantry — 100mm/sec, 10kg payload — full interior coverage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DHT22 temp/humidity · MQ-137 ammonia · HX711 load cells (feed + water)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 MCU + Jetson Nano arm controller + Raspberry Pi 4 MQTT broker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Poop bin cassette system — slides out for weekly removal, no scooping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Ecosystem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platform, one app, multiple species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011680" cy="17373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Chicken Tender™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4×4×6ft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Flagship automated coop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508760"/>
            <a:ext cx="2011680" cy="17373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Roaming Roost™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3×3×5ft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mecanum dome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2011680" cy="17373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WatchTower AI™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5ft pole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Solar predator monitor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1508760"/>
            <a:ext cx="2011680" cy="17373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Duck Dock™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4×4×6ft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Pond + duck automation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2011680" cy="17373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Bunny Burrow™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3×3×5ft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Rabbit habitat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14600" y="3520440"/>
            <a:ext cx="2011680" cy="17373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Goat Guardian™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6×6×8ft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animal enclosure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2011680" cy="17373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Turkey Tower™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4×4×6ft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Turkey-specific coop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12280" y="3520440"/>
            <a:ext cx="2011680" cy="17373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Pigeon Palace™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4×4×6ft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pigeon loft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1828800" cy="65836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463040"/>
            <a:ext cx="649224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37160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(Expo) · TypeScript · iOS + Android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1828800" cy="65836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945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286000"/>
            <a:ext cx="649224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219456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 · Firestore · Realtime DB · Cloud Functions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1828800" cy="65836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175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3108960"/>
            <a:ext cx="649224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301752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MQTT via Mosquitto on Raspberry Pi 4 — &lt;50ms latency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1828800" cy="65836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404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3931920"/>
            <a:ext cx="649224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384048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ESP32-S3 + TFLite Micro — on-device predator inference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1828800" cy="65836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634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4754880"/>
            <a:ext cx="649224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466344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NEMA23 + DM542T drivers · Jetson Nano 9DOF controller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5486400"/>
            <a:ext cx="1828800" cy="65836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4864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Mesh Network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5577840"/>
            <a:ext cx="649224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27" name="Text 25"/>
          <p:cNvSpPr/>
          <p:nvPr/>
        </p:nvSpPr>
        <p:spPr>
          <a:xfrm>
            <a:off x="2377440" y="548640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LoRa SX1276 915MHz · 500m+ range · no WiFi needed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217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Local-first control: motion commands NEVER route through cloud — &lt;50ms response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411480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447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 — Global poultry &amp; livestock equipment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11480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4447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$1.2B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63440" y="1920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— US tech-adopter backyard segment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6974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Backyard flock ownership up 400% since 2020 (COVID homesteading boom)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ESP32, Jetson Nano, TFLite Micro enable sub-$50 edge AI — first time ROI-positive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LoRa makes predator mesh alerts feasible without WiFi infrastructure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Robot arm costs &lt;$500 now vs $5,000 3 years ago (Chinese manufacturing)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direct competitor: cooptender.com = $150-300 timer door only, 4,000+ customers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Multi-species expansion (duck, rabbit, goat) adds 4× TAM without new tech stack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548640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5559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$24M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5760" y="6035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3 SOM Target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548640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5559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20,000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77440" y="6035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@ $1,200 ASP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548640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5559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$4.6M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389120" y="6035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$19/mo ARR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5486400"/>
            <a:ext cx="1920240" cy="91440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5559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&lt;$180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0" y="6035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 Target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2651760" cy="219456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Chicken Tender™ unit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$999 MSRP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~45% gross margin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219456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TenderCare subscription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$19/mo/device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~80% gross margin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219456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Add-ons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Robot arm + WatchTower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$299–$499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~50% gross margin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749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Economics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8412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LTV per unit (24-month subscription): $1,900  ·  LTV:CAC target ratio &gt; 10×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TenderCare SaaS: AI alerts, health history, cloud schedules, OTA firmware updates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 strategy: content/community-led (homesteading YouTube, FFA/4H partnerships)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core → commercial hardware + SaaS layer (Balances ecosystem vs. moat)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Traction &amp; Milestones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Chicken Tender™ prototype — 9DOF arm + cleaning system working in sim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8653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6537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app: React Native dashboard, Firebase auth, Firestore, MQTT bridge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WatchTower AI hardware design complete — ESP32-S3, LoRa, 5W solar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8529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85292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TenderCells website live — GA4 + AdSense integrated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34670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3467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GitHub repository — firmware, app, cloud functions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8404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Schedules CRUD + safety-gated routine execution (estop, chicken presence checks)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33425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33425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WatchTower AI firmware — camera + TFLite inference + LoRa broadcast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2803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Chicken Tender™ v1 physical prototype — real arm + coop structure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532180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32180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waitlist open — target: 500 signups by Q3 2026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58155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81558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paying customer — target Q4 2026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2286000" cy="411480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1371600"/>
            <a:ext cx="1371600" cy="411480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1371600" cy="411480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32120" y="1371600"/>
            <a:ext cx="1371600" cy="411480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11" name="Text 9"/>
          <p:cNvSpPr/>
          <p:nvPr/>
        </p:nvSpPr>
        <p:spPr>
          <a:xfrm>
            <a:off x="553212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371600"/>
            <a:ext cx="1508760" cy="411480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3716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Multi-Species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1371600"/>
            <a:ext cx="1188720" cy="411480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874520"/>
            <a:ext cx="228600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8745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Coop Tender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97480" y="1874520"/>
            <a:ext cx="137160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18745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(timer door)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1874520"/>
            <a:ext cx="137160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18745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32120" y="1874520"/>
            <a:ext cx="137160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18745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1874520"/>
            <a:ext cx="150876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87452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1874520"/>
            <a:ext cx="118872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187452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423160"/>
            <a:ext cx="2286000" cy="475488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4231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Farm.bot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97480" y="2423160"/>
            <a:ext cx="1371600" cy="475488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31" name="Text 29"/>
          <p:cNvSpPr/>
          <p:nvPr/>
        </p:nvSpPr>
        <p:spPr>
          <a:xfrm>
            <a:off x="2697480" y="24231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(crops only)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2423160"/>
            <a:ext cx="1371600" cy="475488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24231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32120" y="2423160"/>
            <a:ext cx="1371600" cy="475488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35" name="Text 33"/>
          <p:cNvSpPr/>
          <p:nvPr/>
        </p:nvSpPr>
        <p:spPr>
          <a:xfrm>
            <a:off x="5532120" y="24231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2423160"/>
            <a:ext cx="1508760" cy="475488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242316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03920" y="2423160"/>
            <a:ext cx="1188720" cy="475488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242316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2971800"/>
            <a:ext cx="228600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29718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DIY Arduino/Pi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697480" y="2971800"/>
            <a:ext cx="137160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43" name="Text 41"/>
          <p:cNvSpPr/>
          <p:nvPr/>
        </p:nvSpPr>
        <p:spPr>
          <a:xfrm>
            <a:off x="2697480" y="29718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114800" y="2971800"/>
            <a:ext cx="137160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0" y="29718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532120" y="2971800"/>
            <a:ext cx="137160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47" name="Text 45"/>
          <p:cNvSpPr/>
          <p:nvPr/>
        </p:nvSpPr>
        <p:spPr>
          <a:xfrm>
            <a:off x="5532120" y="29718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49440" y="2971800"/>
            <a:ext cx="150876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49" name="Text 47"/>
          <p:cNvSpPr/>
          <p:nvPr/>
        </p:nvSpPr>
        <p:spPr>
          <a:xfrm>
            <a:off x="6949440" y="29718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503920" y="2971800"/>
            <a:ext cx="1188720" cy="475488"/>
          </a:xfrm>
          <a:prstGeom prst="rect">
            <a:avLst/>
          </a:prstGeom>
          <a:solidFill>
            <a:srgbClr val="1A3D2B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297180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3520440"/>
            <a:ext cx="2286000" cy="47548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5204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TenderCells™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697480" y="3520440"/>
            <a:ext cx="1371600" cy="47548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97480" y="35204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114800" y="3520440"/>
            <a:ext cx="1371600" cy="47548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0" y="35204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532120" y="3520440"/>
            <a:ext cx="1371600" cy="47548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32120" y="35204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949440" y="3520440"/>
            <a:ext cx="1508760" cy="47548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3520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503920" y="3520440"/>
            <a:ext cx="1188720" cy="475488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03920" y="35204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TenderCells combines robot arm + AI vision + mobile enclosure + multi-species platform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— WeCr8 Solutions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at the intersection of robotics, AI, and homesteading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31920" cy="2011680"/>
          </a:xfrm>
          <a:prstGeom prst="rect">
            <a:avLst/>
          </a:prstGeom>
          <a:solidFill>
            <a:srgbClr val="1A3D2B"/>
          </a:solidFill>
          <a:ln w="1905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Founder &amp; Lead Engineer, WeCr8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zach@wecr8.info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Full-stack: React Native · Firebase · ESP32 · Jetson Nano · Three.js · LoRa · MQTT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114800" cy="2011680"/>
          </a:xfrm>
          <a:prstGeom prst="rect">
            <a:avLst/>
          </a:prstGeom>
          <a:solidFill>
            <a:srgbClr val="1A3D2B"/>
          </a:solidFill>
          <a:ln w="12700">
            <a:solidFill>
              <a:srgbClr val="8A7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Seeking Co-Founders &amp; Advisors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0574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9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/ manufacturing partner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AgTech / consumer hardware investor-advisor</a:t>
            </a:r>
            <a:endParaRPr lang="en-US" sz="900" dirty="0"/>
          </a:p>
          <a:p>
            <a:pPr>
              <a:spcAft>
                <a:spcPts val="600"/>
              </a:spcAft>
            </a:pPr>
            <a:r>
              <a:rPr lang="en-US" sz="900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 / e-commerce operator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repo: github.com/WeCr8/TenderCells · Active development June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Raising: Seed Round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12801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Manufacturing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Chicken Tender™ v1 production run — 100 units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4023360" cy="12801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830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&amp;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240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polish, TFLite model training, cloud infra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023360" cy="12801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34440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703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Firmware/hardware engineering hire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154680"/>
            <a:ext cx="4023360" cy="1280160"/>
          </a:xfrm>
          <a:prstGeom prst="rect">
            <a:avLst/>
          </a:prstGeom>
          <a:solidFill>
            <a:srgbClr val="1A3D2B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2461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0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Marketing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703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Waitlist activation, content, FFA/4H partnerships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B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100 units shipped by Q2 2027  ·  500 beta waitlist by Q3 2026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5074920"/>
            <a:ext cx="8412480" cy="27432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5212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9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Contact: zach@wecr8.info  ·  wecr8.info  ·  github.com/WeCr8/TenderCells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WeCr8 Solutions · TenderCells™ · wecr8.info ·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TenderCells Investor Pitch Deck</dc:title>
  <dc:subject>Seed Round — AI-Powered Animal Care Platform</dc:subject>
  <dc:creator>WeCr8 Solutions</dc:creator>
  <cp:lastModifiedBy>WeCr8 Solutions</cp:lastModifiedBy>
  <cp:revision>1</cp:revision>
  <dcterms:created xsi:type="dcterms:W3CDTF">2026-06-12T17:24:13Z</dcterms:created>
  <dcterms:modified xsi:type="dcterms:W3CDTF">2026-06-12T17:24:13Z</dcterms:modified>
</cp:coreProperties>
</file>