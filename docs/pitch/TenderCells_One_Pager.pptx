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4864" cy="64008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TenderCells™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Automated Animal Care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02920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10M+ </a:t>
            </a:r>
            <a:pPr indent="0" marL="0">
              <a:buNone/>
            </a:pPr>
            <a:r>
              <a:rPr lang="en-US" sz="12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backyard flock owners spend </a:t>
            </a:r>
            <a:pPr indent="0" marL="0">
              <a:buNone/>
            </a:pPr>
            <a:r>
              <a:rPr lang="en-US" sz="1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min/day </a:t>
            </a:r>
            <a:pPr indent="0" marL="0">
              <a:buNone/>
            </a:pPr>
            <a:r>
              <a:rPr lang="en-US" sz="12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manual coop tasks. Predators kill </a:t>
            </a:r>
            <a:pPr indent="0" marL="0">
              <a:buNone/>
            </a:pPr>
            <a:r>
              <a:rPr lang="en-US" sz="1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 of flocks </a:t>
            </a:r>
            <a:pPr indent="0" marL="0">
              <a:buNone/>
            </a:pPr>
            <a:r>
              <a:rPr lang="en-US" sz="12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annually. No integrated smart solution exists.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 </a:t>
            </a:r>
            <a:pPr indent="0" marL="0">
              <a:buNone/>
            </a:pPr>
            <a:r>
              <a:rPr lang="en-US" sz="12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first fully automated backyard coop. 9DOF robot arm (XYZ gantry + 6DOF arm), AI sensors, WatchTower AI predator detection, Roaming Roost mobile dome, and mobile dashboard. Set-and-forget.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251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Chicken Tender™  $999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572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WatchTower AI™  $299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892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Roaming Roost™  TBD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5212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+5 more species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74320"/>
            <a:ext cx="3200400" cy="640080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365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713232"/>
            <a:ext cx="301752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868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0720" y="1234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TAM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154533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60720" y="19110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SAM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22219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$24M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0720" y="25877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3 SOM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8986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$19/mo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60720" y="32644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per device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357530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60720" y="3941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 Gross Margin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60720" y="46177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Gross Margin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492861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&lt;$180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60720" y="52943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CAC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56052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$1,900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760720" y="59710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LTV per unit (24mo)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6080760"/>
            <a:ext cx="3017520" cy="27432"/>
          </a:xfrm>
          <a:prstGeom prst="rect">
            <a:avLst/>
          </a:prstGeom>
          <a:solidFill>
            <a:srgbClr val="C8B882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6126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zach@wecr8.info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wecr8.info · github.com/WeCr8/TenderCells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TenderCells One-Pager</dc:title>
  <dc:subject>PptxGenJS Presentation</dc:subject>
  <dc:creator>WeCr8 Solutions</dc:creator>
  <cp:lastModifiedBy>WeCr8 Solutions</cp:lastModifiedBy>
  <cp:revision>1</cp:revision>
  <dcterms:created xsi:type="dcterms:W3CDTF">2026-06-12T17:24:13Z</dcterms:created>
  <dcterms:modified xsi:type="dcterms:W3CDTF">2026-06-12T17:24:13Z</dcterms:modified>
</cp:coreProperties>
</file>